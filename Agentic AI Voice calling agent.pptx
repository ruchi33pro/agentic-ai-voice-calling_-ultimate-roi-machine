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file:///D:\System_Data\Downloads\agentic%20Ai%20Agents.mpeg" TargetMode="External"/><Relationship Id="rId1" Type="http://schemas.microsoft.com/office/2007/relationships/media" Target="file:///D:\System_Data\Downloads\agentic%20Ai%20Agents.mpeg" TargetMode="External"/><Relationship Id="rId6" Type="http://schemas.openxmlformats.org/officeDocument/2006/relationships/image" Target="../media/image5.png"/><Relationship Id="rId5" Type="http://schemas.openxmlformats.org/officeDocument/2006/relationships/hyperlink" Target="https://agenticaiinsight.blogspot.com/2026/01/what-is-agentic-ai-and-why-everyone-is.html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1" y="-134461"/>
            <a:ext cx="12191979" cy="6857990"/>
          </a:xfrm>
          <a:prstGeom prst="rect">
            <a:avLst/>
          </a:prstGeom>
        </p:spPr>
      </p:pic>
      <p:pic>
        <p:nvPicPr>
          <p:cNvPr id="1026" name="Picture 2" descr="Will AI Render the Human Call Center Agent Obsolete?">
            <a:extLst>
              <a:ext uri="{FF2B5EF4-FFF2-40B4-BE49-F238E27FC236}">
                <a16:creationId xmlns:a16="http://schemas.microsoft.com/office/drawing/2014/main" id="{DCA9CA89-1CE5-4121-A4B7-CEE0C1878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1" y="404630"/>
            <a:ext cx="5806215" cy="399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reduces cost by 63% and improves conversion by 3x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2" y="4285859"/>
            <a:ext cx="4775075" cy="559656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Out Reaching by Voice calling AI Agent in India deployed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7DD26E-D5B8-40BE-BC2A-29FAA535E0B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8343" r="18343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8E3C47-3EA5-4827-8C2E-650DE251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Listen to the AI Agent call </a:t>
            </a:r>
            <a:endParaRPr lang="en-IN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E4AED7-0798-4C41-BB2C-367BF6667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b="1" dirty="0"/>
              <a:t>Indian Language (Hinglish), various other</a:t>
            </a:r>
          </a:p>
          <a:p>
            <a:r>
              <a:rPr lang="en-US" b="1" dirty="0"/>
              <a:t>-Impromptu response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Client out reach &amp;follow up  24X7 on automation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</a:t>
            </a:r>
            <a:r>
              <a:rPr lang="en-IN" b="1" dirty="0"/>
              <a:t>response recording for deal closure and further business action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4194D7-709F-4E54-B123-1CDB11B66F7E}"/>
              </a:ext>
            </a:extLst>
          </p:cNvPr>
          <p:cNvSpPr/>
          <p:nvPr/>
        </p:nvSpPr>
        <p:spPr>
          <a:xfrm>
            <a:off x="2407073" y="5015753"/>
            <a:ext cx="3056915" cy="1473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Human like Conversation by AI</a:t>
            </a:r>
            <a:endParaRPr lang="en-IN" sz="1600" b="1" dirty="0"/>
          </a:p>
        </p:txBody>
      </p:sp>
      <p:pic>
        <p:nvPicPr>
          <p:cNvPr id="10" name="agentic Ai Agents">
            <a:hlinkClick r:id="" action="ppaction://media"/>
            <a:extLst>
              <a:ext uri="{FF2B5EF4-FFF2-40B4-BE49-F238E27FC236}">
                <a16:creationId xmlns:a16="http://schemas.microsoft.com/office/drawing/2014/main" id="{75932651-4BDA-457C-A494-93B895695A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 rot="11213825">
            <a:off x="4601135" y="1386570"/>
            <a:ext cx="1725706" cy="1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1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C41ACE-A6C9-40DE-A91B-23C0EA77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ULTIMATE ROI Machine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7549D-BAB6-4B33-BA34-4D1CAC5A8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Delivered Reduction in manpower cost by 63%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Delivered Improved Conversion by 3X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Improved productivity – Improved PROFITS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412A118-B0B6-4950-91B8-D8456D0F1E7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1" r="16071"/>
          <a:stretch>
            <a:fillRect/>
          </a:stretch>
        </p:blipFill>
        <p:spPr>
          <a:xfrm>
            <a:off x="354842" y="237744"/>
            <a:ext cx="7690981" cy="6382512"/>
          </a:xfrm>
        </p:spPr>
      </p:pic>
    </p:spTree>
    <p:extLst>
      <p:ext uri="{BB962C8B-B14F-4D97-AF65-F5344CB8AC3E}">
        <p14:creationId xmlns:p14="http://schemas.microsoft.com/office/powerpoint/2010/main" val="394641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D3569DF-B654-4FD1-B6D8-F4C293956D8F}"/>
              </a:ext>
            </a:extLst>
          </p:cNvPr>
          <p:cNvGrpSpPr/>
          <p:nvPr/>
        </p:nvGrpSpPr>
        <p:grpSpPr>
          <a:xfrm>
            <a:off x="1185177" y="956917"/>
            <a:ext cx="9821646" cy="4944165"/>
            <a:chOff x="1185177" y="956917"/>
            <a:chExt cx="9821646" cy="49441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AECC64-14DB-47F9-BF8E-F35C2F952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5177" y="956917"/>
              <a:ext cx="9821646" cy="494416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9EC830-71F6-4ADA-AF84-CED97CB6C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8913" y="1863289"/>
              <a:ext cx="4043988" cy="8662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329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82</Words>
  <Application>Microsoft Office PowerPoint</Application>
  <PresentationFormat>Widescreen</PresentationFormat>
  <Paragraphs>12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Garamond</vt:lpstr>
      <vt:lpstr>SavonVTI</vt:lpstr>
      <vt:lpstr>reduces cost by 63% and improves conversion by 3x</vt:lpstr>
      <vt:lpstr>Listen to the AI Agent call </vt:lpstr>
      <vt:lpstr>ULTIMATE ROI Machine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2026-01-12T17:50:49Z</dcterms:created>
  <dcterms:modified xsi:type="dcterms:W3CDTF">2026-01-12T18:44:16Z</dcterms:modified>
</cp:coreProperties>
</file>